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權重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環境公安食安</c:v>
                  </c:pt>
                  <c:pt idx="1">
                    <c:v>師資異動流動</c:v>
                  </c:pt>
                  <c:pt idx="2">
                    <c:v>社群負面輿情</c:v>
                  </c:pt>
                  <c:pt idx="3">
                    <c:v>班佛採購財務</c:v>
                  </c:pt>
                  <c:pt idx="4">
                    <c:v>裁罰法規違規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28 秒】各位評審好，我們是 AI 小能手，這是針對新北市政府教育局命題打造的解決方案。我們以數據驅動與 AI 輔助，整合新北市 468 所園所與學校資料，建立 5 維度風險模型，已實際部署在 AWS 雲端正式運行。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35 秒】官方點出四大痛點：一，資料分散，公開資訊缺乏整合分析，也沒納入即時輿情；二，財務異常難以及早發現，決算報告沒有跟收費、園所資料交叉比對；三，缺乏標準化可量化的評估工具，難從大量機構篩出高風險對象；四，機構數量龐大，人工篩選耗時，也缺乏數據支持的資源配置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62 秒】我們獨創「5D 校園治理風險預警模型」，逐一對應痛點：資料分散用四大公開來源整合；財務異常導入班佛定律交叉比對；風險辨識不足，用五個維度算出 0 到 100 分並自動分三級；人力負擔靠地圖、名冊與 AI 稽查室降低。權重設計上，證據力越強、對幼兒安全影響越直接，權重越高：裁罰違規是已查證的公開處分紀錄，權重最高佔 35%；班佛財務異常與社群輿情屬於統計與文字推論訊號，各佔 20%；師資異動屬預警性指標，佔 15%；環境公安食安因已有其他機關定期稽查把關，列為輔助指標，佔 10%。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24 秒】我們整合四大公私領域官方來源，最具特色是導入班佛定律，對採購與財務數據做首位數字頻率檢定，這是稽核領域偵測拆單、假發票等財務造假的統計方法，我們把它自動化用在校園採購稽核上。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62 秒】架構上，我們已在 AWS 正式上線精簡版無伺服器架構。使用者須是指定的四組白名單 IP 才能連進來：前端走 CloudFront 加 WAF，預設阻擋、只放行白名單 IP，後接私有、只有 CloudFront 透過來源存取控制才能讀取的 S3 儲存桶存放前端。API 走 API Gateway，用資源政策做同樣的 IP 白名單限制，後接 Lambda 處理邏輯、讀取資料。整體無固定伺服器，成本低、可快速擴展，並做到公開存取阻斷、雙層 IP 白名單、零個資。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39 秒】操作上設計五大模組：地理圖台用 GIS 地圖與紅黃綠標註掌握風險熱點；統計總覽提供全市 KPI；名冊檢索支援多維篩選並依風險排序；雙校對比用五軸雷達疊圖比較；AI 稽查室一鍵生成稽查手冊。點擊機構卡片還能展開 5D 詳情與違規、財務、評價資訊；也提供匿名通報，讓檢舉即時反映在風險分數上。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19 秒】以上是我們針對四大痛點提出的解決方案，系統已在 AWS 正式上線，原始碼公開在 GitHub，歡迎評審與教育局同仁體驗。謝謝聆聽，歡迎提問。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778240" y="-1463040"/>
            <a:ext cx="4754880" cy="4754880"/>
          </a:xfrm>
          <a:prstGeom prst="pentagon">
            <a:avLst/>
          </a:prstGeom>
          <a:solidFill>
            <a:srgbClr val="162A63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692640" y="-365760"/>
            <a:ext cx="3108960" cy="3108960"/>
          </a:xfrm>
          <a:prstGeom prst="pentagon">
            <a:avLst/>
          </a:prstGeom>
          <a:solidFill>
            <a:srgbClr val="2440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AWS HACKATHON ・ 新北市政府教育局命題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新北市校園治理情報平台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Watchdog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教保機構風險監測・以數據驅動與 AI 輔助的校園多維治理與事前預警系統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956816" cy="402336"/>
          </a:xfrm>
          <a:prstGeom prst="roundRect">
            <a:avLst>
              <a:gd name="adj" fmla="val 50000"/>
            </a:avLst>
          </a:prstGeom>
          <a:solidFill>
            <a:srgbClr val="1D2E66"/>
          </a:solidFill>
          <a:ln w="12700">
            <a:solidFill>
              <a:srgbClr val="3B57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70916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所新北園所全覆蓋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98064" y="4709160"/>
            <a:ext cx="1531620" cy="402336"/>
          </a:xfrm>
          <a:prstGeom prst="roundRect">
            <a:avLst>
              <a:gd name="adj" fmla="val 50000"/>
            </a:avLst>
          </a:prstGeom>
          <a:solidFill>
            <a:srgbClr val="1D2E66"/>
          </a:solidFill>
          <a:ln w="12700">
            <a:solidFill>
              <a:srgbClr val="3B57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4709160"/>
            <a:ext cx="15316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量化風險模型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30852" y="470916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1D2E66"/>
          </a:solidFill>
          <a:ln w="12700">
            <a:solidFill>
              <a:srgbClr val="3B57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0852" y="4709160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雲端正式上線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小能手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官方想解決的問題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教保機構風險監測・現行治理困境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7830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ECA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資料分散與整合困難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基本資料、評鑑、裁罰、收費明細及決算或財務報告雖為公開資訊，但缺乏整合分析機制，且未納入社群即時輿情，難以形成完整風險判斷基礎。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87452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17830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ECA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財務異常難以及早發現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560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公共化幼兒園之決算或財務報告雖依法規公告，但缺乏與收費明細、園所基本資料等其他資訊交叉分析，難以偵測異常。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9768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42062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ECA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風險辨識與預警能力不足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缺乏標準化、可量化的風險評估工具，無法從大量機構中有效篩選出需優先關注的高風險對象。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29768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42062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ECA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人力負擔重與決策支援不足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機構數量眾多，仰賴人工篩選與判斷耗時費力，且缺乏數據支持的資源配置決策依據。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解決方案說明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獨創「5D 校園治理與風險預警模型」，一次解決四大痛點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459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整合教育部教保資訊網、NTPC 開放資料、電子採購網、Google Places 四大來源，打破資料孤島。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414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02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3957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導入班佛定律 (Benford's Law) 對採購與財務數據做首位數字頻率檢定，交叉比對揪出異常。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912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03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14553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量化模型輸出 0~100 分風險分數，自動分級「高／中／低風險」，標準化、可量化。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4106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04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89534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地圖＋名冊一鍵篩選＋AI 稽查室自動生成稽查手冊，大幅降低人工判斷負擔。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核心定位：從「事後被動申訴」轉為「事前主動預警」的校園治理決策支援系統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5D 風險量化模型（權重配置）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0" y="2011680"/>
          <a:ext cx="5166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46520" y="5166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最高權重「裁罰法規違規」35%，確保違規記錄與超收等硬指標主導風險排序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數據及資料運用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733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13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全國機構資料筆數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6733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13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新北市納管校園／園所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16733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13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大公開資料來源整合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8986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教育部全國教保資訊網 API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00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立案登記許可、核定收托人數、裁罰處分字號與違反法條。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7588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6484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新北市政府開放資料平台 (NTPC Open Data)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 29 區公私立高中、國中、國小規模、學區與午餐合約。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25696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982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行政院政府電子採購網 (e-Procurement)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700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大宗食材、設施採購與防墜工程之招標決標金額，導入班佛定律檢定防弊。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175504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175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480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&amp; Maps API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4498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家長真實星等（1~5星）、評論則數與最新留言文本，供 NLP 情感分析。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01675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60167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方法論亮點：班佛定律 (Benford's Law) 首位數字頻率卡方檢定，自動偵測拆單、假發票等人為財務異常模式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雲端技術架構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5953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已於 AWS 正式部署上線・僅限指定白名單 IP 存取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0" y="411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已上線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1673352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白名單使用者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02768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組指定 IP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0168" y="1490472"/>
            <a:ext cx="252374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AWS WAF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94538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白名單・預設 Block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777240" cy="-914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27889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30168" y="2862072"/>
            <a:ext cx="252374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(REST)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331698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Policy IP 白名單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91640" y="2377440"/>
            <a:ext cx="0" cy="88696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3264408"/>
            <a:ext cx="18288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14173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59168" y="1490472"/>
            <a:ext cx="211226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(私有)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194538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OAC 讀取・React SPA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892808"/>
            <a:ext cx="6858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2788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59168" y="2862072"/>
            <a:ext cx="211226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(Python)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31698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institutions.json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3264408"/>
            <a:ext cx="6858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21240" y="27889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30968" y="2862072"/>
            <a:ext cx="142646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機構資料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30968" y="331698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1,230 筆 JSON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81160" y="3264408"/>
            <a:ext cx="6400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40080" y="38862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us-west-2 (Oregon) ・ WAF (CloudFront scope) 於 us-east-1 全域管理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206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前端網址：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https://dl0s1ajl0os3y.cloudfront.net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API：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https://6u6ksl5e34.execute-api.us-west-2.amazonaws.com/prod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安全與合規保證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Block Public Access，僅 CloudFront OAC 可讀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 IP 白名單：CloudFront(WAF) + API Gateway(Resource Policy) 雙層管制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零個人敏感個資 (No PII)，僅公開機構與裁罰資訊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解決方案使用介面及操作流程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五大功能模組・從總覽到深度稽查的一站式操作動線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9476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6736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76272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新北地理圖台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089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地圖聚類，29 行政區快選，紅黃綠風險熱點一目了然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651760" y="2267712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98064" y="16916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9476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743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新北統計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62656" y="31089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 KPI 總覽：機構數、風險分布、累積裁罰金額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809744" y="2267712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56048" y="16916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32704" y="19476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32704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2743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名冊檢索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1089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多維複合篩選＋風險指標降冪，快速鎖定重點機構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967728" y="2267712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14032" y="16916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90688" y="19476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90688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650224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05472" y="2743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雙校對比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1089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任兩校 5 軸雷達重疊比較，管理強弱項一次看清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125712" y="2267712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72016" y="1691640"/>
            <a:ext cx="1993392" cy="2743200"/>
          </a:xfrm>
          <a:prstGeom prst="roundRect">
            <a:avLst>
              <a:gd name="adj" fmla="val 41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48672" y="1947672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48672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108082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363456" y="2743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稽查室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36608" y="31089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一鍵生成突擊稽查手冊與班佛財務分析建議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延伸支援功能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080" y="5093208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BEA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532180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508760" y="5239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抽屜詳情 (AuditDrawer)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508760" y="55504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點擊機構卡片展開：五維雷達評定、違規記錄、班佛財務檢定、網路評價、實地稽查清單，並可一鍵列印備查單。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5093208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BEA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532180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7040880" y="5239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匿名吹哨者通報沙盒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55504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全民監督入口，支援雜湊防偽存證，去識別化保障檢舉人隱私，通報後即時反映於風險分數。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1645920" y="3840480"/>
            <a:ext cx="4206240" cy="4206240"/>
          </a:xfrm>
          <a:prstGeom prst="pentagon">
            <a:avLst/>
          </a:prstGeom>
          <a:solidFill>
            <a:srgbClr val="162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Watchdog｜新北市校園治理情報平台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Demo（AWS 正式上線）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https://dl0s1ajl0os3y.cloudfront.net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原始碼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https://github.com/LywMD/smart-watchdog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小能手 Team｜2026 AWS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新北市校園治理情報平台 提案簡報</dc:title>
  <dc:subject>PptxGenJS Presentation</dc:subject>
  <dc:creator>AI 小能手</dc:creator>
  <cp:lastModifiedBy>AI 小能手</cp:lastModifiedBy>
  <cp:revision>1</cp:revision>
  <dcterms:created xsi:type="dcterms:W3CDTF">2026-09-13T04:33:30Z</dcterms:created>
  <dcterms:modified xsi:type="dcterms:W3CDTF">2026-09-13T04:33:30Z</dcterms:modified>
</cp:coreProperties>
</file>